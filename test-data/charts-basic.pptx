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Relationship Id="rId2" Type="http://schemas.openxmlformats.org/officeDocument/2006/relationships/image" Target="../media/chart1-preview.png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Relationship Id="rId2" Type="http://schemas.openxmlformats.org/officeDocument/2006/relationships/image" Target="../media/chart2-preview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1.8</c:v>
                </c:pt>
                <c:pt idx="3">
                  <c:v>5.0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3716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