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147483648" r:id="rId1"/>
  </p:sldMasterIdLst>
  <p:sldIdLst>
    <p:sldId id="256" r:id="rId2"/>
    <p:sldId id="257" r:id="rId3"/>
    <p:sldId id="258" r:id="rId4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  <Relationship Id="rId5" Type="http://schemas.openxmlformats.org/officeDocument/2006/relationships/theme" Target="theme/theme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472C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4400" b="1" dirty="0">
                <a:solidFill>
                  <a:srgbClr val="FFFFFF"/>
                </a:solidFill>
                <a:latin typeface="Calibri"/>
              </a:rPr>
              <a:t>OpenDocKit Test</a:t>
            </a:r>
          </a:p>
        </p:txBody>
      </p:sp>
      <p:sp>
        <p:nvSpPr>
          <p:cNvPr id="3" name="Subtitle"/>
          <p:cNvSpPr/>
          <p:nvPr/>
        </p:nvSpPr>
        <p:spPr>
          <a:xfrm>
            <a:off x="1828800" y="3474720"/>
            <a:ext cx="5486400" cy="91440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2400" dirty="0">
                <a:solidFill>
                  <a:srgbClr val="D9E2F3"/>
                </a:solidFill>
                <a:latin typeface="Calibri"/>
              </a:rPr>
              <a:t>Basic Shapes &amp; Text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/>
          <p:cNvSpPr/>
          <p:nvPr/>
        </p:nvSpPr>
        <p:spPr>
          <a:xfrm>
            <a:off x="685800" y="685800"/>
            <a:ext cx="3200400" cy="2286000"/>
          </a:xfrm>
          <a:prstGeom prst="rect">
            <a:avLst/>
          </a:prstGeom>
          <a:solidFill>
            <a:srgbClr val="FF0000"/>
          </a:solidFill>
          <a:ln w="19050">
            <a:solidFill>
              <a:srgbClr val="CC0000"/>
            </a:solidFill>
          </a:ln>
        </p:spPr>
        <p:txBody>
          <a:bodyPr wrap="square" rtlCol="0"/>
          <a:lstStyle/>
          <a:p>
            <a:pPr algn="ctr"/>
            <a:r>
              <a:rPr lang="en-US" sz="2400" b="1" dirty="0">
                <a:solidFill>
                  <a:srgbClr val="FFFFFF"/>
                </a:solidFill>
                <a:latin typeface="Calibri"/>
              </a:rPr>
              <a:t>Rectangle</a:t>
            </a:r>
          </a:p>
        </p:txBody>
      </p:sp>
      <p:sp>
        <p:nvSpPr>
          <p:cNvPr id="3" name="Ellipse"/>
          <p:cNvSpPr/>
          <p:nvPr/>
        </p:nvSpPr>
        <p:spPr>
          <a:xfrm>
            <a:off x="5257800" y="685800"/>
            <a:ext cx="3200400" cy="2286000"/>
          </a:xfrm>
          <a:prstGeom prst="ellipse">
            <a:avLst/>
          </a:prstGeom>
          <a:solidFill>
            <a:srgbClr val="4472C4"/>
          </a:solidFill>
          <a:ln w="19050">
            <a:solidFill>
              <a:srgbClr val="2F5597"/>
            </a:solidFill>
          </a:ln>
        </p:spPr>
        <p:txBody>
          <a:bodyPr wrap="square" rtlCol="0"/>
          <a:lstStyle/>
          <a:p>
            <a:pPr algn="ctr"/>
            <a:r>
              <a:rPr lang="en-US" sz="2400" b="1" dirty="0">
                <a:solidFill>
                  <a:srgbClr val="FFFFFF"/>
                </a:solidFill>
                <a:latin typeface="Calibri"/>
              </a:rPr>
              <a:t>Ellipse</a:t>
            </a:r>
          </a:p>
        </p:txBody>
      </p:sp>
      <p:sp>
        <p:nvSpPr>
          <p:cNvPr id="4" name="Rounded Rect"/>
          <p:cNvSpPr/>
          <p:nvPr/>
        </p:nvSpPr>
        <p:spPr>
          <a:xfrm>
            <a:off x="685800" y="3886200"/>
            <a:ext cx="3200400" cy="2286000"/>
          </a:xfrm>
          <a:prstGeom prst="roundRect">
            <a:avLst/>
          </a:prstGeom>
          <a:solidFill>
            <a:srgbClr val="70AD47"/>
          </a:solidFill>
          <a:ln w="19050">
            <a:solidFill>
              <a:srgbClr val="548235"/>
            </a:solidFill>
          </a:ln>
        </p:spPr>
        <p:txBody>
          <a:bodyPr wrap="square" rtlCol="0"/>
          <a:lstStyle/>
          <a:p>
            <a:pPr algn="ctr"/>
            <a:r>
              <a:rPr lang="en-US" sz="2400" b="1" dirty="0">
                <a:solidFill>
                  <a:srgbClr val="FFFFFF"/>
                </a:solidFill>
                <a:latin typeface="Calibri"/>
              </a:rPr>
              <a:t>Rounded Rect</a:t>
            </a:r>
          </a:p>
        </p:txBody>
      </p:sp>
      <p:sp>
        <p:nvSpPr>
          <p:cNvPr id="5" name="Triangle"/>
          <p:cNvSpPr/>
          <p:nvPr/>
        </p:nvSpPr>
        <p:spPr>
          <a:xfrm>
            <a:off x="5257800" y="3886200"/>
            <a:ext cx="3200400" cy="2286000"/>
          </a:xfrm>
          <a:prstGeom prst="triangle">
            <a:avLst/>
          </a:prstGeom>
          <a:solidFill>
            <a:srgbClr val="FFC000"/>
          </a:solidFill>
          <a:ln w="19050">
            <a:solidFill>
              <a:srgbClr val="BF9000"/>
            </a:solidFill>
          </a:ln>
        </p:spPr>
        <p:txBody>
          <a:bodyPr wrap="square" rtlCol="0"/>
          <a:lstStyle/>
          <a:p>
            <a:pPr algn="ctr"/>
            <a:r>
              <a:rPr lang="en-US" sz="2000" b="1" dirty="0">
                <a:solidFill>
                  <a:srgbClr val="000000"/>
                </a:solidFill>
                <a:latin typeface="Calibri"/>
              </a:rPr>
              <a:t>Triangle</a:t>
            </a:r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"/>
          <p:cNvSpPr/>
          <p:nvPr/>
        </p:nvSpPr>
        <p:spPr>
          <a:xfrm>
            <a:off x="685800" y="457200"/>
            <a:ext cx="7772400" cy="2286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/>
            <a:r>
              <a:rPr lang="en-US" sz="2800" b="1" dirty="0">
                <a:solidFill>
                  <a:srgbClr val="2F5597"/>
                </a:solidFill>
                <a:latin typeface="Calibri"/>
              </a:rPr>
              <a:t>Heading</a:t>
            </a:r>
          </a:p>
          <a:p>
            <a:pPr/>
            <a:r>
              <a:rPr lang="en-US" sz="1800" dirty="0">
                <a:solidFill>
                  <a:srgbClr val="333333"/>
                </a:solidFill>
                <a:latin typeface="Calibri"/>
              </a:rPr>
              <a:t>Body text in normal weight</a:t>
            </a:r>
          </a:p>
          <a:p>
            <a:pPr/>
            <a:r>
              <a:rPr lang="en-US" sz="1800" i="1" dirty="0">
                <a:solidFill>
                  <a:srgbClr val="666666"/>
                </a:solidFill>
                <a:latin typeface="Calibri"/>
              </a:rPr>
              <a:t>Italic text for emphasis</a:t>
            </a:r>
          </a:p>
        </p:txBody>
      </p:sp>
      <p:sp>
        <p:nvSpPr>
          <p:cNvPr id="3" name="Line"/>
          <p:cNvSpPr/>
          <p:nvPr/>
        </p:nvSpPr>
        <p:spPr>
          <a:xfrm>
            <a:off x="685800" y="3200400"/>
            <a:ext cx="7772400" cy="0"/>
          </a:xfrm>
          <a:prstGeom prst="line">
            <a:avLst/>
          </a:prstGeom>
          <a:noFill/>
          <a:ln w="25400">
            <a:solidFill>
              <a:srgbClr val="4472C4"/>
            </a:solidFill>
          </a:ln>
        </p:spPr>
      </p:sp>
      <p:sp>
        <p:nvSpPr>
          <p:cNvPr id="4" name="Bullets"/>
          <p:cNvSpPr/>
          <p:nvPr/>
        </p:nvSpPr>
        <p:spPr>
          <a:xfrm>
            <a:off x="685800" y="3657600"/>
            <a:ext cx="7772400" cy="2743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/>
            <a:r>
              <a:rPr lang="en-US" sz="2200" b="1" dirty="0">
                <a:solidFill>
                  <a:srgbClr val="2F5597"/>
                </a:solidFill>
                <a:latin typeface="Calibri"/>
              </a:rPr>
              <a:t>Key Features</a:t>
            </a:r>
          </a:p>
          <a:p>
            <a:pPr marL="457200" indent="-228600">
              <a:buFont typeface="Arial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/>
              </a:rPr>
              <a:t>100% client-side rendering</a:t>
            </a:r>
          </a:p>
          <a:p>
            <a:pPr marL="457200" indent="-228600">
              <a:buFont typeface="Arial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/>
              </a:rPr>
              <a:t>Progressive fidelity (fast first paint)</a:t>
            </a:r>
          </a:p>
          <a:p>
            <a:pPr marL="457200" indent="-228600">
              <a:buFont typeface="Arial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/>
              </a:rPr>
              <a:t>Canvas2D primary renderer</a:t>
            </a:r>
          </a:p>
          <a:p>
            <a:pPr marL="457200" indent="-228600">
              <a:buFont typeface="Arial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/>
              </a:rPr>
              <a:t>Full DrawingML shape support</a:t>
            </a:r>
          </a:p>
        </p:txBody>
      </p:sp>
    </p:spTree>
  </p:cSld>
</p:sld>
</file>

<file path=ppt/theme/theme1.xml><?xml version="1.0" encoding="utf-8"?>
<a:theme xmlns:a="http://schemas.openxmlformats.org/drawingml/2006/main" name="OpenDocKit">
  <a:themeElements>
    <a:clrScheme name="OpenDocKit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penDocKit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penDocKit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